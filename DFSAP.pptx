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koto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Sniglet" charset="1" panose="0407050503010002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73847"/>
            <a:ext cx="15826460" cy="421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68"/>
              </a:lnSpc>
            </a:pPr>
            <a:r>
              <a:rPr lang="en-US" sz="13100" spc="-1624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AVANCE DEL PROYECTO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8857" y="1484854"/>
            <a:ext cx="10569348" cy="47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3"/>
              </a:lnSpc>
            </a:pPr>
            <a:r>
              <a:rPr lang="en-US" b="true" sz="2942">
                <a:solidFill>
                  <a:srgbClr val="FB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Ricardo Baranda Cisneros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1284087" y="-1406260"/>
            <a:ext cx="2525072" cy="3773885"/>
          </a:xfrm>
          <a:custGeom>
            <a:avLst/>
            <a:gdLst/>
            <a:ahLst/>
            <a:cxnLst/>
            <a:rect r="r" b="b" t="t" l="l"/>
            <a:pathLst>
              <a:path h="3773885" w="2525072">
                <a:moveTo>
                  <a:pt x="0" y="0"/>
                </a:moveTo>
                <a:lnTo>
                  <a:pt x="2525072" y="0"/>
                </a:lnTo>
                <a:lnTo>
                  <a:pt x="2525072" y="3773885"/>
                </a:lnTo>
                <a:lnTo>
                  <a:pt x="0" y="3773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49992" y="7364372"/>
            <a:ext cx="9453842" cy="3919047"/>
          </a:xfrm>
          <a:custGeom>
            <a:avLst/>
            <a:gdLst/>
            <a:ahLst/>
            <a:cxnLst/>
            <a:rect r="r" b="b" t="t" l="l"/>
            <a:pathLst>
              <a:path h="3919047" w="9453842">
                <a:moveTo>
                  <a:pt x="0" y="0"/>
                </a:moveTo>
                <a:lnTo>
                  <a:pt x="9453842" y="0"/>
                </a:lnTo>
                <a:lnTo>
                  <a:pt x="9453842" y="3919048"/>
                </a:lnTo>
                <a:lnTo>
                  <a:pt x="0" y="3919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8592438" y="1427933"/>
            <a:ext cx="956758" cy="5979735"/>
          </a:xfrm>
          <a:custGeom>
            <a:avLst/>
            <a:gdLst/>
            <a:ahLst/>
            <a:cxnLst/>
            <a:rect r="r" b="b" t="t" l="l"/>
            <a:pathLst>
              <a:path h="5979735" w="956758">
                <a:moveTo>
                  <a:pt x="0" y="0"/>
                </a:moveTo>
                <a:lnTo>
                  <a:pt x="956758" y="0"/>
                </a:lnTo>
                <a:lnTo>
                  <a:pt x="956758" y="5979735"/>
                </a:lnTo>
                <a:lnTo>
                  <a:pt x="0" y="5979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39840" y="-873347"/>
            <a:ext cx="4133590" cy="4133590"/>
          </a:xfrm>
          <a:custGeom>
            <a:avLst/>
            <a:gdLst/>
            <a:ahLst/>
            <a:cxnLst/>
            <a:rect r="r" b="b" t="t" l="l"/>
            <a:pathLst>
              <a:path h="4133590" w="4133590">
                <a:moveTo>
                  <a:pt x="0" y="0"/>
                </a:moveTo>
                <a:lnTo>
                  <a:pt x="4133590" y="0"/>
                </a:lnTo>
                <a:lnTo>
                  <a:pt x="4133590" y="4133590"/>
                </a:lnTo>
                <a:lnTo>
                  <a:pt x="0" y="41335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8843977" y="3014944"/>
            <a:ext cx="858907" cy="5979735"/>
          </a:xfrm>
          <a:custGeom>
            <a:avLst/>
            <a:gdLst/>
            <a:ahLst/>
            <a:cxnLst/>
            <a:rect r="r" b="b" t="t" l="l"/>
            <a:pathLst>
              <a:path h="5979735" w="858907">
                <a:moveTo>
                  <a:pt x="0" y="0"/>
                </a:moveTo>
                <a:lnTo>
                  <a:pt x="858907" y="0"/>
                </a:lnTo>
                <a:lnTo>
                  <a:pt x="858907" y="5979736"/>
                </a:lnTo>
                <a:lnTo>
                  <a:pt x="0" y="5979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78832" y="7229853"/>
            <a:ext cx="2487716" cy="5105388"/>
          </a:xfrm>
          <a:custGeom>
            <a:avLst/>
            <a:gdLst/>
            <a:ahLst/>
            <a:cxnLst/>
            <a:rect r="r" b="b" t="t" l="l"/>
            <a:pathLst>
              <a:path h="5105388" w="2487716">
                <a:moveTo>
                  <a:pt x="0" y="0"/>
                </a:moveTo>
                <a:lnTo>
                  <a:pt x="2487716" y="0"/>
                </a:lnTo>
                <a:lnTo>
                  <a:pt x="2487716" y="5105388"/>
                </a:lnTo>
                <a:lnTo>
                  <a:pt x="0" y="51053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22975" y="7229853"/>
            <a:ext cx="2633170" cy="3368008"/>
          </a:xfrm>
          <a:custGeom>
            <a:avLst/>
            <a:gdLst/>
            <a:ahLst/>
            <a:cxnLst/>
            <a:rect r="r" b="b" t="t" l="l"/>
            <a:pathLst>
              <a:path h="3368008" w="2633170">
                <a:moveTo>
                  <a:pt x="0" y="0"/>
                </a:moveTo>
                <a:lnTo>
                  <a:pt x="2633171" y="0"/>
                </a:lnTo>
                <a:lnTo>
                  <a:pt x="2633171" y="3368009"/>
                </a:lnTo>
                <a:lnTo>
                  <a:pt x="0" y="33680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51031" y="7364372"/>
            <a:ext cx="2608676" cy="3368008"/>
          </a:xfrm>
          <a:custGeom>
            <a:avLst/>
            <a:gdLst/>
            <a:ahLst/>
            <a:cxnLst/>
            <a:rect r="r" b="b" t="t" l="l"/>
            <a:pathLst>
              <a:path h="3368008" w="2608676">
                <a:moveTo>
                  <a:pt x="0" y="0"/>
                </a:moveTo>
                <a:lnTo>
                  <a:pt x="2608676" y="0"/>
                </a:lnTo>
                <a:lnTo>
                  <a:pt x="2608676" y="3368009"/>
                </a:lnTo>
                <a:lnTo>
                  <a:pt x="0" y="33680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6440" y="1498918"/>
            <a:ext cx="20835606" cy="2795036"/>
            <a:chOff x="0" y="0"/>
            <a:chExt cx="5487567" cy="7361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7567" cy="736141"/>
            </a:xfrm>
            <a:custGeom>
              <a:avLst/>
              <a:gdLst/>
              <a:ahLst/>
              <a:cxnLst/>
              <a:rect r="r" b="b" t="t" l="l"/>
              <a:pathLst>
                <a:path h="736141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736141"/>
                  </a:lnTo>
                  <a:lnTo>
                    <a:pt x="0" y="736141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7567" cy="78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3832" y="1612803"/>
            <a:ext cx="15400337" cy="307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20"/>
              </a:lnSpc>
              <a:spcBef>
                <a:spcPct val="0"/>
              </a:spcBef>
            </a:pPr>
            <a:r>
              <a:rPr lang="en-US" sz="10100" spc="-606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idea general del sistema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3523" y="4953815"/>
            <a:ext cx="9026723" cy="416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33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 este caso la intención es hacer un sistema que simplifique la realización de una declaración de impuestos, intentando que sea más amigable y que cuente con materiales de apoyo accesibles en todo momento. Con esto podría animar a más personas a realizar una declaración.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86340" y="4486091"/>
            <a:ext cx="3357828" cy="5231743"/>
          </a:xfrm>
          <a:custGeom>
            <a:avLst/>
            <a:gdLst/>
            <a:ahLst/>
            <a:cxnLst/>
            <a:rect r="r" b="b" t="t" l="l"/>
            <a:pathLst>
              <a:path h="5231743" w="3357828">
                <a:moveTo>
                  <a:pt x="0" y="0"/>
                </a:moveTo>
                <a:lnTo>
                  <a:pt x="3357828" y="0"/>
                </a:lnTo>
                <a:lnTo>
                  <a:pt x="3357828" y="5231744"/>
                </a:lnTo>
                <a:lnTo>
                  <a:pt x="0" y="5231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3508757" y="-1064553"/>
            <a:ext cx="9751946" cy="2563471"/>
          </a:xfrm>
          <a:custGeom>
            <a:avLst/>
            <a:gdLst/>
            <a:ahLst/>
            <a:cxnLst/>
            <a:rect r="r" b="b" t="t" l="l"/>
            <a:pathLst>
              <a:path h="2563471" w="9751946">
                <a:moveTo>
                  <a:pt x="9751946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6" y="2563471"/>
                </a:lnTo>
                <a:lnTo>
                  <a:pt x="9751946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994293" y="8520479"/>
            <a:ext cx="9751946" cy="2563471"/>
          </a:xfrm>
          <a:custGeom>
            <a:avLst/>
            <a:gdLst/>
            <a:ahLst/>
            <a:cxnLst/>
            <a:rect r="r" b="b" t="t" l="l"/>
            <a:pathLst>
              <a:path h="2563471" w="9751946">
                <a:moveTo>
                  <a:pt x="9751945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5" y="2563471"/>
                </a:lnTo>
                <a:lnTo>
                  <a:pt x="9751945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1446" y="1971545"/>
            <a:ext cx="13604508" cy="180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13"/>
              </a:lnSpc>
            </a:pPr>
            <a:r>
              <a:rPr lang="en-US" sz="11260" spc="-1396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OBJETIVO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530143" y="8582162"/>
            <a:ext cx="9453842" cy="3919047"/>
          </a:xfrm>
          <a:custGeom>
            <a:avLst/>
            <a:gdLst/>
            <a:ahLst/>
            <a:cxnLst/>
            <a:rect r="r" b="b" t="t" l="l"/>
            <a:pathLst>
              <a:path h="3919047" w="9453842">
                <a:moveTo>
                  <a:pt x="0" y="0"/>
                </a:moveTo>
                <a:lnTo>
                  <a:pt x="9453843" y="0"/>
                </a:lnTo>
                <a:lnTo>
                  <a:pt x="9453843" y="3919048"/>
                </a:lnTo>
                <a:lnTo>
                  <a:pt x="0" y="3919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8748829" y="2295437"/>
            <a:ext cx="956758" cy="5979735"/>
          </a:xfrm>
          <a:custGeom>
            <a:avLst/>
            <a:gdLst/>
            <a:ahLst/>
            <a:cxnLst/>
            <a:rect r="r" b="b" t="t" l="l"/>
            <a:pathLst>
              <a:path h="5979735" w="956758">
                <a:moveTo>
                  <a:pt x="0" y="0"/>
                </a:moveTo>
                <a:lnTo>
                  <a:pt x="956758" y="0"/>
                </a:lnTo>
                <a:lnTo>
                  <a:pt x="956758" y="5979736"/>
                </a:lnTo>
                <a:lnTo>
                  <a:pt x="0" y="5979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16554" y="0"/>
            <a:ext cx="4133590" cy="4133590"/>
          </a:xfrm>
          <a:custGeom>
            <a:avLst/>
            <a:gdLst/>
            <a:ahLst/>
            <a:cxnLst/>
            <a:rect r="r" b="b" t="t" l="l"/>
            <a:pathLst>
              <a:path h="4133590" w="4133590">
                <a:moveTo>
                  <a:pt x="0" y="0"/>
                </a:moveTo>
                <a:lnTo>
                  <a:pt x="4133591" y="0"/>
                </a:lnTo>
                <a:lnTo>
                  <a:pt x="4133591" y="4133590"/>
                </a:lnTo>
                <a:lnTo>
                  <a:pt x="0" y="4133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8797754" y="3969136"/>
            <a:ext cx="858907" cy="5979735"/>
          </a:xfrm>
          <a:custGeom>
            <a:avLst/>
            <a:gdLst/>
            <a:ahLst/>
            <a:cxnLst/>
            <a:rect r="r" b="b" t="t" l="l"/>
            <a:pathLst>
              <a:path h="5979735" w="858907">
                <a:moveTo>
                  <a:pt x="0" y="0"/>
                </a:moveTo>
                <a:lnTo>
                  <a:pt x="858907" y="0"/>
                </a:lnTo>
                <a:lnTo>
                  <a:pt x="858907" y="5979736"/>
                </a:lnTo>
                <a:lnTo>
                  <a:pt x="0" y="5979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16554" y="8582162"/>
            <a:ext cx="2487716" cy="5105388"/>
          </a:xfrm>
          <a:custGeom>
            <a:avLst/>
            <a:gdLst/>
            <a:ahLst/>
            <a:cxnLst/>
            <a:rect r="r" b="b" t="t" l="l"/>
            <a:pathLst>
              <a:path h="5105388" w="2487716">
                <a:moveTo>
                  <a:pt x="0" y="0"/>
                </a:moveTo>
                <a:lnTo>
                  <a:pt x="2487717" y="0"/>
                </a:lnTo>
                <a:lnTo>
                  <a:pt x="2487717" y="5105388"/>
                </a:lnTo>
                <a:lnTo>
                  <a:pt x="0" y="51053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42825" y="8447643"/>
            <a:ext cx="2633170" cy="3368008"/>
          </a:xfrm>
          <a:custGeom>
            <a:avLst/>
            <a:gdLst/>
            <a:ahLst/>
            <a:cxnLst/>
            <a:rect r="r" b="b" t="t" l="l"/>
            <a:pathLst>
              <a:path h="3368008" w="2633170">
                <a:moveTo>
                  <a:pt x="0" y="0"/>
                </a:moveTo>
                <a:lnTo>
                  <a:pt x="2633170" y="0"/>
                </a:lnTo>
                <a:lnTo>
                  <a:pt x="2633170" y="3368009"/>
                </a:lnTo>
                <a:lnTo>
                  <a:pt x="0" y="33680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92448" y="8509884"/>
            <a:ext cx="2608676" cy="3368008"/>
          </a:xfrm>
          <a:custGeom>
            <a:avLst/>
            <a:gdLst/>
            <a:ahLst/>
            <a:cxnLst/>
            <a:rect r="r" b="b" t="t" l="l"/>
            <a:pathLst>
              <a:path h="3368008" w="2608676">
                <a:moveTo>
                  <a:pt x="0" y="0"/>
                </a:moveTo>
                <a:lnTo>
                  <a:pt x="2608676" y="0"/>
                </a:lnTo>
                <a:lnTo>
                  <a:pt x="2608676" y="3368008"/>
                </a:lnTo>
                <a:lnTo>
                  <a:pt x="0" y="33680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21446" y="3988163"/>
            <a:ext cx="12170671" cy="282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5"/>
              </a:lnSpc>
            </a:pPr>
            <a:r>
              <a:rPr lang="en-US" sz="3003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Como se mencionó en la idea general, quiero desarrollar un sistema para hacer declaraciones de impuestos, el problema que resolvería sería el que no a muchos les gusta o incluso les asusta, entonces quiero animarme a mi y mas personas a realizar una declaración. Va dirigido a freelancers y asalariados.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6424" y="5642473"/>
            <a:ext cx="12369315" cy="358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406" b="tru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mínimo producto viable quiero que mi backend tenga la lógica suficiente para almacenar en un arreglo y de manera correcta, los ingresos que se registren y si es posible hacer una conversión automática si el ingreso viene en dólares, aunque lo más recomendable sería una API, de momento queda pendiente y se usará un número predeterminado, ya que, el SAT usa únicamente pesos mexicanos por eso hay que hacer una conversión. También debe tener restricciones como “ID inexistente” y demás.</a:t>
            </a:r>
          </a:p>
          <a:p>
            <a:pPr algn="l" marL="0" indent="0" lvl="0">
              <a:lnSpc>
                <a:spcPts val="3200"/>
              </a:lnSpc>
            </a:pPr>
            <a:r>
              <a:rPr lang="en-US" b="true" sz="2406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 después habrá que implementar las entidades de usuarios y muy probablemente se tengan que incluir las deducciones.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44427" y="1689003"/>
            <a:ext cx="20835606" cy="3277326"/>
            <a:chOff x="0" y="0"/>
            <a:chExt cx="5487567" cy="8631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7567" cy="863164"/>
            </a:xfrm>
            <a:custGeom>
              <a:avLst/>
              <a:gdLst/>
              <a:ahLst/>
              <a:cxnLst/>
              <a:rect r="r" b="b" t="t" l="l"/>
              <a:pathLst>
                <a:path h="863164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863164"/>
                  </a:lnTo>
                  <a:lnTo>
                    <a:pt x="0" y="863164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487567" cy="91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78504" y="2787041"/>
            <a:ext cx="15065788" cy="131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8"/>
              </a:lnSpc>
            </a:pPr>
            <a:r>
              <a:rPr lang="en-US" sz="8090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MVP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679145" y="507139"/>
            <a:ext cx="2966397" cy="4433474"/>
          </a:xfrm>
          <a:custGeom>
            <a:avLst/>
            <a:gdLst/>
            <a:ahLst/>
            <a:cxnLst/>
            <a:rect r="r" b="b" t="t" l="l"/>
            <a:pathLst>
              <a:path h="4433474" w="2966397">
                <a:moveTo>
                  <a:pt x="0" y="0"/>
                </a:moveTo>
                <a:lnTo>
                  <a:pt x="2966397" y="0"/>
                </a:lnTo>
                <a:lnTo>
                  <a:pt x="2966397" y="4433475"/>
                </a:lnTo>
                <a:lnTo>
                  <a:pt x="0" y="44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85739" y="6002695"/>
            <a:ext cx="6991948" cy="3394273"/>
          </a:xfrm>
          <a:custGeom>
            <a:avLst/>
            <a:gdLst/>
            <a:ahLst/>
            <a:cxnLst/>
            <a:rect r="r" b="b" t="t" l="l"/>
            <a:pathLst>
              <a:path h="3394273" w="6991948">
                <a:moveTo>
                  <a:pt x="0" y="0"/>
                </a:moveTo>
                <a:lnTo>
                  <a:pt x="6991948" y="0"/>
                </a:lnTo>
                <a:lnTo>
                  <a:pt x="6991948" y="3394273"/>
                </a:lnTo>
                <a:lnTo>
                  <a:pt x="0" y="3394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76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2461598" y="-60753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77208"/>
            <a:ext cx="16374040" cy="8732583"/>
            <a:chOff x="0" y="0"/>
            <a:chExt cx="4312504" cy="22999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12504" cy="2299940"/>
            </a:xfrm>
            <a:custGeom>
              <a:avLst/>
              <a:gdLst/>
              <a:ahLst/>
              <a:cxnLst/>
              <a:rect r="r" b="b" t="t" l="l"/>
              <a:pathLst>
                <a:path h="2299940" w="4312504">
                  <a:moveTo>
                    <a:pt x="0" y="0"/>
                  </a:moveTo>
                  <a:lnTo>
                    <a:pt x="4312504" y="0"/>
                  </a:lnTo>
                  <a:lnTo>
                    <a:pt x="4312504" y="2299940"/>
                  </a:lnTo>
                  <a:lnTo>
                    <a:pt x="0" y="2299940"/>
                  </a:lnTo>
                  <a:close/>
                </a:path>
              </a:pathLst>
            </a:custGeom>
            <a:solidFill>
              <a:srgbClr val="F0F6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12504" cy="2347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19346" y="2134366"/>
            <a:ext cx="15649307" cy="136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771"/>
              </a:lnSpc>
            </a:pPr>
            <a:r>
              <a:rPr lang="en-US" sz="8976" spc="-394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ENTIDAD PRINCIPAL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0930" y="3197584"/>
            <a:ext cx="14675160" cy="454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sz="248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entidad principal me enfocaré en los ingresos. De momento no hay relaciones pero así se vería la entidad.</a:t>
            </a:r>
          </a:p>
          <a:p>
            <a:pPr algn="ctr">
              <a:lnSpc>
                <a:spcPts val="3305"/>
              </a:lnSpc>
            </a:pPr>
            <a:r>
              <a:rPr lang="en-US" sz="248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Ingreso</a:t>
            </a:r>
          </a:p>
          <a:p>
            <a:pPr algn="ctr" marL="536534" indent="-268267" lvl="1">
              <a:lnSpc>
                <a:spcPts val="3305"/>
              </a:lnSpc>
              <a:buFont typeface="Arial"/>
              <a:buChar char="•"/>
            </a:pP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monto_original (Incluye decimales)</a:t>
            </a:r>
          </a:p>
          <a:p>
            <a:pPr algn="ctr" marL="536534" indent="-268267" lvl="1">
              <a:lnSpc>
                <a:spcPts val="3305"/>
              </a:lnSpc>
              <a:buFont typeface="Arial"/>
              <a:buChar char="•"/>
            </a:pP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moneda (USD, MXN)</a:t>
            </a:r>
          </a:p>
          <a:p>
            <a:pPr algn="ctr" marL="536534" indent="-268267" lvl="1">
              <a:lnSpc>
                <a:spcPts val="3305"/>
              </a:lnSpc>
              <a:buFont typeface="Arial"/>
              <a:buChar char="•"/>
            </a:pP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tipo_de_cambio_oficial (Muestra el valor de Banxico al día del depósito)</a:t>
            </a:r>
          </a:p>
          <a:p>
            <a:pPr algn="ctr" marL="536534" indent="-268267" lvl="1">
              <a:lnSpc>
                <a:spcPts val="3305"/>
              </a:lnSpc>
              <a:buFont typeface="Arial"/>
              <a:buChar char="•"/>
            </a:pP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monto_mxn (Calculado para la declaración pero si no hay conversión de por medio se queda igual que el monto original)</a:t>
            </a:r>
          </a:p>
          <a:p>
            <a:pPr algn="ctr" marL="536534" indent="-268267" lvl="1">
              <a:lnSpc>
                <a:spcPts val="3305"/>
              </a:lnSpc>
              <a:buFont typeface="Arial"/>
              <a:buChar char="•"/>
            </a:pP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fecha_recepcion(fecha)</a:t>
            </a:r>
          </a:p>
          <a:p>
            <a:pPr algn="ctr" marL="536534" indent="-268267" lvl="1">
              <a:lnSpc>
                <a:spcPts val="3305"/>
              </a:lnSpc>
              <a:buFont typeface="Arial"/>
              <a:buChar char="•"/>
            </a:pP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fuente (Freelance, Nómina, o algo más)</a:t>
            </a:r>
          </a:p>
          <a:p>
            <a:pPr algn="ctr" marL="0" indent="0" lvl="0">
              <a:lnSpc>
                <a:spcPts val="330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811960" y="7641457"/>
            <a:ext cx="3824759" cy="3859848"/>
          </a:xfrm>
          <a:custGeom>
            <a:avLst/>
            <a:gdLst/>
            <a:ahLst/>
            <a:cxnLst/>
            <a:rect r="r" b="b" t="t" l="l"/>
            <a:pathLst>
              <a:path h="3859848" w="3824759">
                <a:moveTo>
                  <a:pt x="0" y="0"/>
                </a:moveTo>
                <a:lnTo>
                  <a:pt x="3824759" y="0"/>
                </a:lnTo>
                <a:lnTo>
                  <a:pt x="3824759" y="3859848"/>
                </a:lnTo>
                <a:lnTo>
                  <a:pt x="0" y="3859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075290" y="-1047489"/>
            <a:ext cx="6832222" cy="2832266"/>
          </a:xfrm>
          <a:custGeom>
            <a:avLst/>
            <a:gdLst/>
            <a:ahLst/>
            <a:cxnLst/>
            <a:rect r="r" b="b" t="t" l="l"/>
            <a:pathLst>
              <a:path h="2832266" w="6832222">
                <a:moveTo>
                  <a:pt x="0" y="0"/>
                </a:moveTo>
                <a:lnTo>
                  <a:pt x="6832221" y="0"/>
                </a:lnTo>
                <a:lnTo>
                  <a:pt x="6832221" y="2832267"/>
                </a:lnTo>
                <a:lnTo>
                  <a:pt x="0" y="283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06090" y="7217020"/>
            <a:ext cx="653210" cy="4082561"/>
          </a:xfrm>
          <a:custGeom>
            <a:avLst/>
            <a:gdLst/>
            <a:ahLst/>
            <a:cxnLst/>
            <a:rect r="r" b="b" t="t" l="l"/>
            <a:pathLst>
              <a:path h="4082561" w="653210">
                <a:moveTo>
                  <a:pt x="0" y="0"/>
                </a:moveTo>
                <a:lnTo>
                  <a:pt x="653210" y="0"/>
                </a:lnTo>
                <a:lnTo>
                  <a:pt x="653210" y="4082560"/>
                </a:lnTo>
                <a:lnTo>
                  <a:pt x="0" y="40825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96804" y="7217020"/>
            <a:ext cx="586404" cy="4082561"/>
          </a:xfrm>
          <a:custGeom>
            <a:avLst/>
            <a:gdLst/>
            <a:ahLst/>
            <a:cxnLst/>
            <a:rect r="r" b="b" t="t" l="l"/>
            <a:pathLst>
              <a:path h="4082561" w="586404">
                <a:moveTo>
                  <a:pt x="0" y="0"/>
                </a:moveTo>
                <a:lnTo>
                  <a:pt x="586404" y="0"/>
                </a:lnTo>
                <a:lnTo>
                  <a:pt x="586404" y="4082560"/>
                </a:lnTo>
                <a:lnTo>
                  <a:pt x="0" y="4082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5860783" y="2668082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7501660" y="8875500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1268" y="1386663"/>
            <a:ext cx="16945463" cy="254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</a:pPr>
            <a:r>
              <a:rPr lang="en-US" sz="8655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PREPARACIÓN DEL BACKEND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-5603399" y="1553416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5" y="0"/>
                </a:lnTo>
                <a:lnTo>
                  <a:pt x="8288985" y="2178905"/>
                </a:lnTo>
                <a:lnTo>
                  <a:pt x="0" y="2178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879630" y="-1089453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4" y="0"/>
                </a:lnTo>
                <a:lnTo>
                  <a:pt x="8288984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3732321"/>
            <a:ext cx="10045485" cy="6554679"/>
          </a:xfrm>
          <a:custGeom>
            <a:avLst/>
            <a:gdLst/>
            <a:ahLst/>
            <a:cxnLst/>
            <a:rect r="r" b="b" t="t" l="l"/>
            <a:pathLst>
              <a:path h="6554679" w="10045485">
                <a:moveTo>
                  <a:pt x="0" y="0"/>
                </a:moveTo>
                <a:lnTo>
                  <a:pt x="10045485" y="0"/>
                </a:lnTo>
                <a:lnTo>
                  <a:pt x="10045485" y="6554679"/>
                </a:lnTo>
                <a:lnTo>
                  <a:pt x="0" y="65546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57345" y="5086350"/>
            <a:ext cx="7359386" cy="358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Aquí primero se programó la más básico con un arreglo y la ruta debida, además de empezar con los comando en la terminal de npm y la instalación de express. Y la modificación del JSON para usar el script de “dev” y no estar reiniciando el servidor manualmente.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805621" y="8942007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5" y="0"/>
                </a:lnTo>
                <a:lnTo>
                  <a:pt x="8288985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5098928" y="-845750"/>
            <a:ext cx="7130775" cy="1874450"/>
          </a:xfrm>
          <a:custGeom>
            <a:avLst/>
            <a:gdLst/>
            <a:ahLst/>
            <a:cxnLst/>
            <a:rect r="r" b="b" t="t" l="l"/>
            <a:pathLst>
              <a:path h="1874450" w="7130775">
                <a:moveTo>
                  <a:pt x="0" y="0"/>
                </a:moveTo>
                <a:lnTo>
                  <a:pt x="7130775" y="0"/>
                </a:lnTo>
                <a:lnTo>
                  <a:pt x="7130775" y="1874450"/>
                </a:lnTo>
                <a:lnTo>
                  <a:pt x="0" y="1874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881857"/>
            <a:ext cx="11734085" cy="6351074"/>
          </a:xfrm>
          <a:custGeom>
            <a:avLst/>
            <a:gdLst/>
            <a:ahLst/>
            <a:cxnLst/>
            <a:rect r="r" b="b" t="t" l="l"/>
            <a:pathLst>
              <a:path h="6351074" w="11734085">
                <a:moveTo>
                  <a:pt x="0" y="0"/>
                </a:moveTo>
                <a:lnTo>
                  <a:pt x="11734085" y="0"/>
                </a:lnTo>
                <a:lnTo>
                  <a:pt x="11734085" y="6351073"/>
                </a:lnTo>
                <a:lnTo>
                  <a:pt x="0" y="6351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54217" y="5739845"/>
            <a:ext cx="6089422" cy="199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6" b="tru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Aquí simplemente estoy haciendo un “POST” de un ingreso para que se almacene en el arreglo de ingresos, lo siguiente será el “PUT” que considero que debería tener intentos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38200"/>
            <a:ext cx="16230600" cy="3277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60"/>
              </a:lnSpc>
            </a:pPr>
            <a:r>
              <a:rPr lang="en-US" sz="9400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pruebas rápidas en postman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59994" y="-3233896"/>
            <a:ext cx="1231961" cy="7699753"/>
          </a:xfrm>
          <a:custGeom>
            <a:avLst/>
            <a:gdLst/>
            <a:ahLst/>
            <a:cxnLst/>
            <a:rect r="r" b="b" t="t" l="l"/>
            <a:pathLst>
              <a:path h="7699753" w="1231961">
                <a:moveTo>
                  <a:pt x="0" y="0"/>
                </a:moveTo>
                <a:lnTo>
                  <a:pt x="1231961" y="0"/>
                </a:lnTo>
                <a:lnTo>
                  <a:pt x="1231961" y="7699753"/>
                </a:lnTo>
                <a:lnTo>
                  <a:pt x="0" y="7699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59362" y="-3355202"/>
            <a:ext cx="4980565" cy="6430307"/>
          </a:xfrm>
          <a:custGeom>
            <a:avLst/>
            <a:gdLst/>
            <a:ahLst/>
            <a:cxnLst/>
            <a:rect r="r" b="b" t="t" l="l"/>
            <a:pathLst>
              <a:path h="6430307" w="4980565">
                <a:moveTo>
                  <a:pt x="0" y="0"/>
                </a:moveTo>
                <a:lnTo>
                  <a:pt x="4980565" y="0"/>
                </a:lnTo>
                <a:lnTo>
                  <a:pt x="4980565" y="6430307"/>
                </a:lnTo>
                <a:lnTo>
                  <a:pt x="0" y="6430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439048"/>
            <a:ext cx="8591187" cy="5599039"/>
          </a:xfrm>
          <a:custGeom>
            <a:avLst/>
            <a:gdLst/>
            <a:ahLst/>
            <a:cxnLst/>
            <a:rect r="r" b="b" t="t" l="l"/>
            <a:pathLst>
              <a:path h="5599039" w="8591187">
                <a:moveTo>
                  <a:pt x="0" y="0"/>
                </a:moveTo>
                <a:lnTo>
                  <a:pt x="8591187" y="0"/>
                </a:lnTo>
                <a:lnTo>
                  <a:pt x="8591187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91187" y="4439048"/>
            <a:ext cx="9127201" cy="5599039"/>
          </a:xfrm>
          <a:custGeom>
            <a:avLst/>
            <a:gdLst/>
            <a:ahLst/>
            <a:cxnLst/>
            <a:rect r="r" b="b" t="t" l="l"/>
            <a:pathLst>
              <a:path h="5599039" w="9127201">
                <a:moveTo>
                  <a:pt x="0" y="0"/>
                </a:moveTo>
                <a:lnTo>
                  <a:pt x="9127201" y="0"/>
                </a:lnTo>
                <a:lnTo>
                  <a:pt x="9127201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353491"/>
            <a:ext cx="14459362" cy="104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282"/>
              </a:lnSpc>
            </a:pPr>
            <a:r>
              <a:rPr lang="en-US" sz="6679" spc="-133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Desarrollo de lógica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008430"/>
            <a:ext cx="14459362" cy="112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34"/>
              </a:lnSpc>
              <a:spcBef>
                <a:spcPct val="0"/>
              </a:spcBef>
            </a:pPr>
            <a:r>
              <a:rPr lang="en-US" sz="32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Aquí se usó “spread operator” para cuando no se incluyan campos al momento de actualizar el “Body” del JSON no se pierdan los datos.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8519" y="1971026"/>
            <a:ext cx="5661099" cy="5554787"/>
          </a:xfrm>
          <a:custGeom>
            <a:avLst/>
            <a:gdLst/>
            <a:ahLst/>
            <a:cxnLst/>
            <a:rect r="r" b="b" t="t" l="l"/>
            <a:pathLst>
              <a:path h="5554787" w="5661099">
                <a:moveTo>
                  <a:pt x="0" y="0"/>
                </a:moveTo>
                <a:lnTo>
                  <a:pt x="5661099" y="0"/>
                </a:lnTo>
                <a:lnTo>
                  <a:pt x="5661099" y="5554787"/>
                </a:lnTo>
                <a:lnTo>
                  <a:pt x="0" y="5554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04905" y="1971026"/>
            <a:ext cx="7164576" cy="6308640"/>
          </a:xfrm>
          <a:custGeom>
            <a:avLst/>
            <a:gdLst/>
            <a:ahLst/>
            <a:cxnLst/>
            <a:rect r="r" b="b" t="t" l="l"/>
            <a:pathLst>
              <a:path h="6308640" w="7164576">
                <a:moveTo>
                  <a:pt x="0" y="0"/>
                </a:moveTo>
                <a:lnTo>
                  <a:pt x="7164576" y="0"/>
                </a:lnTo>
                <a:lnTo>
                  <a:pt x="7164576" y="6308640"/>
                </a:lnTo>
                <a:lnTo>
                  <a:pt x="0" y="630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7" r="0" b="-486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84157" y="481012"/>
            <a:ext cx="831968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72"/>
              </a:lnSpc>
              <a:spcBef>
                <a:spcPct val="0"/>
              </a:spcBef>
            </a:pPr>
            <a:r>
              <a:rPr lang="en-US" sz="7227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conversión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18519" y="7525813"/>
            <a:ext cx="5062246" cy="79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1"/>
              </a:lnSpc>
            </a:pPr>
            <a:r>
              <a:rPr lang="en-US" b="true" sz="1723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nota me estuve mucho tiempo intentando hacer la conversión, porque esta usando suma en lugar de multiplicación.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81997" y="6967570"/>
            <a:ext cx="6339789" cy="2628131"/>
          </a:xfrm>
          <a:custGeom>
            <a:avLst/>
            <a:gdLst/>
            <a:ahLst/>
            <a:cxnLst/>
            <a:rect r="r" b="b" t="t" l="l"/>
            <a:pathLst>
              <a:path h="2628131" w="6339789">
                <a:moveTo>
                  <a:pt x="0" y="0"/>
                </a:moveTo>
                <a:lnTo>
                  <a:pt x="6339788" y="0"/>
                </a:lnTo>
                <a:lnTo>
                  <a:pt x="6339788" y="2628130"/>
                </a:lnTo>
                <a:lnTo>
                  <a:pt x="0" y="2628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61112" y="1028700"/>
            <a:ext cx="744905" cy="4655656"/>
          </a:xfrm>
          <a:custGeom>
            <a:avLst/>
            <a:gdLst/>
            <a:ahLst/>
            <a:cxnLst/>
            <a:rect r="r" b="b" t="t" l="l"/>
            <a:pathLst>
              <a:path h="4655656" w="744905">
                <a:moveTo>
                  <a:pt x="0" y="0"/>
                </a:moveTo>
                <a:lnTo>
                  <a:pt x="744905" y="0"/>
                </a:lnTo>
                <a:lnTo>
                  <a:pt x="744905" y="4655656"/>
                </a:lnTo>
                <a:lnTo>
                  <a:pt x="0" y="465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58408" y="1028700"/>
            <a:ext cx="668721" cy="4655656"/>
          </a:xfrm>
          <a:custGeom>
            <a:avLst/>
            <a:gdLst/>
            <a:ahLst/>
            <a:cxnLst/>
            <a:rect r="r" b="b" t="t" l="l"/>
            <a:pathLst>
              <a:path h="4655656" w="668721">
                <a:moveTo>
                  <a:pt x="0" y="0"/>
                </a:moveTo>
                <a:lnTo>
                  <a:pt x="668721" y="0"/>
                </a:lnTo>
                <a:lnTo>
                  <a:pt x="668721" y="4655656"/>
                </a:lnTo>
                <a:lnTo>
                  <a:pt x="0" y="4655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995" y="2466975"/>
            <a:ext cx="11047523" cy="4345563"/>
          </a:xfrm>
          <a:custGeom>
            <a:avLst/>
            <a:gdLst/>
            <a:ahLst/>
            <a:cxnLst/>
            <a:rect r="r" b="b" t="t" l="l"/>
            <a:pathLst>
              <a:path h="4345563" w="11047523">
                <a:moveTo>
                  <a:pt x="0" y="0"/>
                </a:moveTo>
                <a:lnTo>
                  <a:pt x="11047523" y="0"/>
                </a:lnTo>
                <a:lnTo>
                  <a:pt x="11047523" y="4345563"/>
                </a:lnTo>
                <a:lnTo>
                  <a:pt x="0" y="4345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5995" y="1434870"/>
            <a:ext cx="9001599" cy="103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25"/>
              </a:lnSpc>
            </a:pPr>
            <a:r>
              <a:rPr lang="en-US" sz="6606" spc="-145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restricciones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5995" y="6929470"/>
            <a:ext cx="9906001" cy="81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7" b="true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 agregaron más restricciones para dar retroalimentación al usuario o a mí que hay un campo faltante.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9506" y="-583628"/>
            <a:ext cx="20835606" cy="4375597"/>
            <a:chOff x="0" y="0"/>
            <a:chExt cx="5487567" cy="11524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7567" cy="1152421"/>
            </a:xfrm>
            <a:custGeom>
              <a:avLst/>
              <a:gdLst/>
              <a:ahLst/>
              <a:cxnLst/>
              <a:rect r="r" b="b" t="t" l="l"/>
              <a:pathLst>
                <a:path h="1152421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1152421"/>
                  </a:lnTo>
                  <a:lnTo>
                    <a:pt x="0" y="1152421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7567" cy="1200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81643"/>
            <a:ext cx="16230600" cy="1221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29"/>
              </a:lnSpc>
            </a:pPr>
            <a:r>
              <a:rPr lang="en-US" sz="7503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Documentación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9514" y="4132324"/>
            <a:ext cx="14069972" cy="81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3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Postman: https://documenter.getpostman.com/view/51906899/2sBXVoATdU</a:t>
            </a:r>
          </a:p>
          <a:p>
            <a:pPr algn="l">
              <a:lnSpc>
                <a:spcPts val="3335"/>
              </a:lnSpc>
            </a:pPr>
            <a:r>
              <a:rPr lang="en-US" sz="23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GitHub: https://github.com/RicardoB-lang06/AVANCEPROYECTODFS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797837" y="2410626"/>
            <a:ext cx="8619924" cy="2265899"/>
          </a:xfrm>
          <a:custGeom>
            <a:avLst/>
            <a:gdLst/>
            <a:ahLst/>
            <a:cxnLst/>
            <a:rect r="r" b="b" t="t" l="l"/>
            <a:pathLst>
              <a:path h="2265899" w="8619924">
                <a:moveTo>
                  <a:pt x="0" y="0"/>
                </a:moveTo>
                <a:lnTo>
                  <a:pt x="8619924" y="0"/>
                </a:lnTo>
                <a:lnTo>
                  <a:pt x="8619924" y="2265899"/>
                </a:lnTo>
                <a:lnTo>
                  <a:pt x="0" y="2265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473972" y="-372114"/>
            <a:ext cx="8619924" cy="2265899"/>
          </a:xfrm>
          <a:custGeom>
            <a:avLst/>
            <a:gdLst/>
            <a:ahLst/>
            <a:cxnLst/>
            <a:rect r="r" b="b" t="t" l="l"/>
            <a:pathLst>
              <a:path h="2265899" w="8619924">
                <a:moveTo>
                  <a:pt x="0" y="0"/>
                </a:moveTo>
                <a:lnTo>
                  <a:pt x="8619924" y="0"/>
                </a:lnTo>
                <a:lnTo>
                  <a:pt x="8619924" y="2265899"/>
                </a:lnTo>
                <a:lnTo>
                  <a:pt x="0" y="2265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0230" y="3121434"/>
            <a:ext cx="13389049" cy="402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02"/>
              </a:lnSpc>
            </a:pPr>
            <a:r>
              <a:rPr lang="en-US" sz="13168" spc="-697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MUCHAS GRACIAS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802679" y="446691"/>
            <a:ext cx="10471816" cy="1523173"/>
          </a:xfrm>
          <a:custGeom>
            <a:avLst/>
            <a:gdLst/>
            <a:ahLst/>
            <a:cxnLst/>
            <a:rect r="r" b="b" t="t" l="l"/>
            <a:pathLst>
              <a:path h="1523173" w="10471816">
                <a:moveTo>
                  <a:pt x="0" y="0"/>
                </a:moveTo>
                <a:lnTo>
                  <a:pt x="10471817" y="0"/>
                </a:lnTo>
                <a:lnTo>
                  <a:pt x="10471817" y="1523173"/>
                </a:lnTo>
                <a:lnTo>
                  <a:pt x="0" y="1523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88213" y="7868825"/>
            <a:ext cx="9453842" cy="3919047"/>
          </a:xfrm>
          <a:custGeom>
            <a:avLst/>
            <a:gdLst/>
            <a:ahLst/>
            <a:cxnLst/>
            <a:rect r="r" b="b" t="t" l="l"/>
            <a:pathLst>
              <a:path h="3919047" w="9453842">
                <a:moveTo>
                  <a:pt x="0" y="0"/>
                </a:moveTo>
                <a:lnTo>
                  <a:pt x="9453843" y="0"/>
                </a:lnTo>
                <a:lnTo>
                  <a:pt x="9453843" y="3919047"/>
                </a:lnTo>
                <a:lnTo>
                  <a:pt x="0" y="3919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40611" y="7734306"/>
            <a:ext cx="2487716" cy="5105388"/>
          </a:xfrm>
          <a:custGeom>
            <a:avLst/>
            <a:gdLst/>
            <a:ahLst/>
            <a:cxnLst/>
            <a:rect r="r" b="b" t="t" l="l"/>
            <a:pathLst>
              <a:path h="5105388" w="2487716">
                <a:moveTo>
                  <a:pt x="0" y="0"/>
                </a:moveTo>
                <a:lnTo>
                  <a:pt x="2487716" y="0"/>
                </a:lnTo>
                <a:lnTo>
                  <a:pt x="2487716" y="5105388"/>
                </a:lnTo>
                <a:lnTo>
                  <a:pt x="0" y="5105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84755" y="7734306"/>
            <a:ext cx="2633170" cy="3368008"/>
          </a:xfrm>
          <a:custGeom>
            <a:avLst/>
            <a:gdLst/>
            <a:ahLst/>
            <a:cxnLst/>
            <a:rect r="r" b="b" t="t" l="l"/>
            <a:pathLst>
              <a:path h="3368008" w="2633170">
                <a:moveTo>
                  <a:pt x="0" y="0"/>
                </a:moveTo>
                <a:lnTo>
                  <a:pt x="2633170" y="0"/>
                </a:lnTo>
                <a:lnTo>
                  <a:pt x="2633170" y="3368008"/>
                </a:lnTo>
                <a:lnTo>
                  <a:pt x="0" y="3368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12810" y="7868825"/>
            <a:ext cx="2608676" cy="3368008"/>
          </a:xfrm>
          <a:custGeom>
            <a:avLst/>
            <a:gdLst/>
            <a:ahLst/>
            <a:cxnLst/>
            <a:rect r="r" b="b" t="t" l="l"/>
            <a:pathLst>
              <a:path h="3368008" w="2608676">
                <a:moveTo>
                  <a:pt x="0" y="0"/>
                </a:moveTo>
                <a:lnTo>
                  <a:pt x="2608676" y="0"/>
                </a:lnTo>
                <a:lnTo>
                  <a:pt x="2608676" y="3368008"/>
                </a:lnTo>
                <a:lnTo>
                  <a:pt x="0" y="3368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17148" y="0"/>
            <a:ext cx="10471816" cy="1523173"/>
          </a:xfrm>
          <a:custGeom>
            <a:avLst/>
            <a:gdLst/>
            <a:ahLst/>
            <a:cxnLst/>
            <a:rect r="r" b="b" t="t" l="l"/>
            <a:pathLst>
              <a:path h="1523173" w="10471816">
                <a:moveTo>
                  <a:pt x="0" y="0"/>
                </a:moveTo>
                <a:lnTo>
                  <a:pt x="10471817" y="0"/>
                </a:lnTo>
                <a:lnTo>
                  <a:pt x="10471817" y="1523173"/>
                </a:lnTo>
                <a:lnTo>
                  <a:pt x="0" y="1523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DAG_9ku5NH4</dc:identifier>
  <dcterms:modified xsi:type="dcterms:W3CDTF">2011-08-01T06:04:30Z</dcterms:modified>
  <cp:revision>1</cp:revision>
  <dc:title>DFSAP</dc:title>
</cp:coreProperties>
</file>